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37DB-66D7-A65A-8C80-8E351CB57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C0A51-95A3-52E3-61C0-79B776B67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D8D3B-CCA2-4E10-A5F2-DEC80E36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A14C-A0F4-7D89-A578-7FC14115A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F6545-43A1-9990-4742-D289962D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563E-7FA9-FFE7-BB2F-154ECA599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ED770-E929-732F-CAEF-510EF5B25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41207-84FB-8E66-8F01-9988100C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56017-B979-25B7-C474-AE23731E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E2996-B757-F69B-668D-7B2FF52D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239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9473-D4ED-EFB9-2B1F-024F4F86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CA50C-DE19-71B7-EC2F-4DDB9143B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A1B89-4B4A-916A-C8ED-ACB47C89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C5639-7BA2-14AF-2246-9FB5EAB10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0071A-1B71-E7E5-AC59-7D2D3321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42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8888-D6C7-8B50-DF74-D638B593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D51CC-7E90-A312-52D1-AB094C1AB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66EEB-E384-7A7F-53ED-EDC38E369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5EB0F-EA1A-D352-DFA1-AB8689F8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D7F09-36C7-BAAC-25A9-5697DD45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FE4B-301F-F922-963E-03B586F3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50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57350-FEE7-E664-CC7B-3D8B3408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E2EE5-E777-84C8-25A1-3331D5DD0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9E536-F3A1-94C9-A1BD-A4856D563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68FB6-78B4-7D0B-B919-B1ECB44536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FDB34A-77F6-80E1-8369-A957279CB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30F15-DE65-CEC8-1944-03492147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0588E-837C-B1FB-912B-FBCD37A2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1DF0B-87F3-58F7-AAE4-188070F4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85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7856-3FEA-CA5E-D79C-DF1A757D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B6EC2-4CD4-C300-FED2-19706A4F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1D7CC-91AA-2D4F-5F58-F16EC6DB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ADFAB-28FC-4F8C-8965-0C4F10DF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017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0D248-6209-48CE-9631-815A43C0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EFEDA-5C99-FF0E-A81E-13C452C5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A7E8E-A48A-E4FE-287F-817522CD6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57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1097-44B9-7D3F-2C13-56898F590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2A862-6559-6DEF-E101-7D4D13ECB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D8C93-A7B0-3BD2-C6A4-AA135545B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C1E35-164E-732E-78C8-72976F2CE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5D308-339E-92B4-78DB-FFD7E25F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BB4AE-227B-C846-18D1-3CB39554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05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402D-EF73-BCD0-1E2E-5AD3D978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2AA48-9F82-D67C-51D0-EF9D40657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BDD53-3B39-07FF-1E17-8B33DAD72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76C9F-59D1-804D-8A93-5DC2DF2F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D60D0-BC6A-F8FA-40B2-3A28E52D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E1E28-37DD-5295-70D6-10BCA326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32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D066-CE5C-FCD5-D742-FFBFB82B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FA40B-B9B0-4220-07FD-C51151325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53E85-36DE-5868-60C5-A8ECE1B8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B6A0A-7B22-4B43-B81B-840F89A22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A6AEB-1724-6A78-889C-FAC88964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27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84902-1626-E571-0CDE-6BC57CC15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66BC9-0510-28D9-2962-8D20DE44C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541BF-1D8F-598E-F527-1594E107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FD812-6F9B-1895-23FA-D85BC581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B26B5-F189-EA93-9663-9109BD5E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71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A3CE55-5BFF-A3A3-F31F-6A00B7A4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09B4B-FDBA-DEF2-1E6C-7A407FEFE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73EE-3D41-7715-6F69-AAD31E271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0094D-0E51-427A-B060-8DCA711EC19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0440-20C1-0C67-294D-4CEB62008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997B1-15D5-4BDB-79AE-985BEFB5C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2B8B4-90F6-419A-82E3-8710E35CB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6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E2CB-D044-707C-D928-1C25B0C27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HOSPITAL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C4A9D-B3B1-A740-1270-12AE8070D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USING POWER BI</a:t>
            </a:r>
          </a:p>
        </p:txBody>
      </p:sp>
    </p:spTree>
    <p:extLst>
      <p:ext uri="{BB962C8B-B14F-4D97-AF65-F5344CB8AC3E}">
        <p14:creationId xmlns:p14="http://schemas.microsoft.com/office/powerpoint/2010/main" val="84399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969C615-BD3F-63F9-E4A4-13DD199DC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22" y="1412680"/>
            <a:ext cx="10223055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/>
              <a:t>INTRODUCTION: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Hospitals generate large volumes of patient and treatment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Analyzing this data helps improve efficiency and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analyze hospital data and present insights through an interactive dashboard.</a:t>
            </a:r>
          </a:p>
        </p:txBody>
      </p:sp>
    </p:spTree>
    <p:extLst>
      <p:ext uri="{BB962C8B-B14F-4D97-AF65-F5344CB8AC3E}">
        <p14:creationId xmlns:p14="http://schemas.microsoft.com/office/powerpoint/2010/main" val="389532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8F1105-8D2B-C46E-5C88-FC2786651407}"/>
              </a:ext>
            </a:extLst>
          </p:cNvPr>
          <p:cNvSpPr txBox="1"/>
          <p:nvPr/>
        </p:nvSpPr>
        <p:spPr>
          <a:xfrm>
            <a:off x="1480930" y="964096"/>
            <a:ext cx="138922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OBJECTIVE:</a:t>
            </a:r>
          </a:p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92F03AB-6123-CC86-6F67-FA740B65B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365" y="1641204"/>
            <a:ext cx="99590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patient distribution across departments.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Understand patient demographics.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Evaluate treatment cost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Visualize hospital performance using Power BI.</a:t>
            </a:r>
          </a:p>
        </p:txBody>
      </p:sp>
    </p:spTree>
    <p:extLst>
      <p:ext uri="{BB962C8B-B14F-4D97-AF65-F5344CB8AC3E}">
        <p14:creationId xmlns:p14="http://schemas.microsoft.com/office/powerpoint/2010/main" val="2697455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8FB74B-8F30-1587-4015-AF0AD66A7A7E}"/>
              </a:ext>
            </a:extLst>
          </p:cNvPr>
          <p:cNvSpPr txBox="1"/>
          <p:nvPr/>
        </p:nvSpPr>
        <p:spPr>
          <a:xfrm>
            <a:off x="1222514" y="1421296"/>
            <a:ext cx="942229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 Cleaning &amp; Preparation: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Performed using </a:t>
            </a:r>
            <a:r>
              <a:rPr lang="en-US" b="1" dirty="0"/>
              <a:t>Power Query.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duplicate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Handled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Standardized gender and department names.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Converted columns to appropriate data types.</a:t>
            </a:r>
          </a:p>
          <a:p>
            <a:r>
              <a:rPr lang="en-US" dirty="0"/>
              <a:t>This ensured accurate and reliable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56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BBC702-C986-5D51-243A-E3E8F93F185C}"/>
              </a:ext>
            </a:extLst>
          </p:cNvPr>
          <p:cNvSpPr txBox="1"/>
          <p:nvPr/>
        </p:nvSpPr>
        <p:spPr>
          <a:xfrm>
            <a:off x="1630017" y="1828800"/>
            <a:ext cx="89650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Insights: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departments handle a higher patient 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 distribution highlights patient demographics.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Admission trends show peak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Treatment costs vary significantly by department.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8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54FCE-F240-7117-7D88-D0D7394C0581}"/>
              </a:ext>
            </a:extLst>
          </p:cNvPr>
          <p:cNvSpPr txBox="1"/>
          <p:nvPr/>
        </p:nvSpPr>
        <p:spPr>
          <a:xfrm>
            <a:off x="1500808" y="1958009"/>
            <a:ext cx="89650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Project Outcome: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an interactive Power BI dashboard.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Transformed raw data into meaningful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understanding of hospital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Demonstrated data analysis and visualization skills.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5323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B2CCB2-AA79-1614-73ED-F48B94642480}"/>
              </a:ext>
            </a:extLst>
          </p:cNvPr>
          <p:cNvSpPr txBox="1"/>
          <p:nvPr/>
        </p:nvSpPr>
        <p:spPr>
          <a:xfrm>
            <a:off x="1659835" y="1411357"/>
            <a:ext cx="88557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Conclusion: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BI is effective for healthcare data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dashboard supports data-driven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demonstrates skills relevant to a </a:t>
            </a:r>
            <a:r>
              <a:rPr lang="en-US" b="1" dirty="0"/>
              <a:t>Data Analyst.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171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D467-BCCC-624E-7FE8-FBC6F1E089AD}"/>
              </a:ext>
            </a:extLst>
          </p:cNvPr>
          <p:cNvSpPr txBox="1"/>
          <p:nvPr/>
        </p:nvSpPr>
        <p:spPr>
          <a:xfrm>
            <a:off x="0" y="276728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85413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HOSPITAL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Eshwari Racha</dc:creator>
  <cp:lastModifiedBy>Eshwari Racha</cp:lastModifiedBy>
  <cp:revision>1</cp:revision>
  <dcterms:created xsi:type="dcterms:W3CDTF">2026-02-17T15:23:52Z</dcterms:created>
  <dcterms:modified xsi:type="dcterms:W3CDTF">2026-02-17T15:24:06Z</dcterms:modified>
</cp:coreProperties>
</file>